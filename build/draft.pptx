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f0d486572f4b43" /><Relationship Type="http://schemas.openxmlformats.org/officeDocument/2006/relationships/extended-properties" Target="/docProps/app.xml" Id="R830fa48c2a9a46e9" /><Relationship Type="http://schemas.openxmlformats.org/officeDocument/2006/relationships/officeDocument" Target="/ppt/presentation.xml" Id="Re53116a3599c45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ceab9b884c48c8"/>
  </p:sldMasterIdLst>
  <p:notesMasterIdLst>
    <p:notesMasterId xmlns:r="http://schemas.openxmlformats.org/officeDocument/2006/relationships" r:id="R373ed4ae6e1c4e68"/>
  </p:notesMasterIdLst>
  <p:sldIdLst>
    <p:sldId xmlns:r="http://schemas.openxmlformats.org/officeDocument/2006/relationships" id="256" r:id="R1d118f34916b4cfd"/>
    <p:sldId xmlns:r="http://schemas.openxmlformats.org/officeDocument/2006/relationships" id="257" r:id="R00b1624605ef4847"/>
    <p:sldId xmlns:r="http://schemas.openxmlformats.org/officeDocument/2006/relationships" id="258" r:id="R1f4e95866f7547f0"/>
    <p:sldId xmlns:r="http://schemas.openxmlformats.org/officeDocument/2006/relationships" id="259" r:id="R7ce62df0689c4f47"/>
    <p:sldId xmlns:r="http://schemas.openxmlformats.org/officeDocument/2006/relationships" id="260" r:id="R591f5dd25dd04676"/>
    <p:sldId xmlns:r="http://schemas.openxmlformats.org/officeDocument/2006/relationships" id="261" r:id="R5363d16caad24388"/>
    <p:sldId xmlns:r="http://schemas.openxmlformats.org/officeDocument/2006/relationships" id="262" r:id="R1ea9e46b651c46c3"/>
    <p:sldId xmlns:r="http://schemas.openxmlformats.org/officeDocument/2006/relationships" id="263" r:id="Rd6430e850d9047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6ec5e7c7f949c2" /><Relationship Type="http://schemas.openxmlformats.org/officeDocument/2006/relationships/slideMaster" Target="/ppt/slideMasters/slideMaster1.xml" Id="R0aceab9b884c48c8" /><Relationship Type="http://schemas.openxmlformats.org/officeDocument/2006/relationships/notesMaster" Target="/ppt/notesMasters/notesMaster1.xml" Id="R373ed4ae6e1c4e68" /><Relationship Type="http://schemas.openxmlformats.org/officeDocument/2006/relationships/presProps" Target="/ppt/presProps.xml" Id="R35e1583f982c4970" /><Relationship Type="http://schemas.openxmlformats.org/officeDocument/2006/relationships/tableStyles" Target="/ppt/tableStyles.xml" Id="R4b67537b5f874374" /><Relationship Type="http://schemas.openxmlformats.org/officeDocument/2006/relationships/slide" Target="/ppt/slides/slide1.xml" Id="R1d118f34916b4cfd" /><Relationship Type="http://schemas.openxmlformats.org/officeDocument/2006/relationships/slide" Target="/ppt/slides/slide2.xml" Id="R00b1624605ef4847" /><Relationship Type="http://schemas.openxmlformats.org/officeDocument/2006/relationships/slide" Target="/ppt/slides/slide3.xml" Id="R1f4e95866f7547f0" /><Relationship Type="http://schemas.openxmlformats.org/officeDocument/2006/relationships/slide" Target="/ppt/slides/slide4.xml" Id="R7ce62df0689c4f47" /><Relationship Type="http://schemas.openxmlformats.org/officeDocument/2006/relationships/slide" Target="/ppt/slides/slide5.xml" Id="R591f5dd25dd04676" /><Relationship Type="http://schemas.openxmlformats.org/officeDocument/2006/relationships/slide" Target="/ppt/slides/slide6.xml" Id="R5363d16caad24388" /><Relationship Type="http://schemas.openxmlformats.org/officeDocument/2006/relationships/slide" Target="/ppt/slides/slide7.xml" Id="R1ea9e46b651c46c3" /><Relationship Type="http://schemas.openxmlformats.org/officeDocument/2006/relationships/slide" Target="/ppt/slides/slide8.xml" Id="Rd6430e850d9047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38d1be350e40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a607efc4f4b3f" /><Relationship Type="http://schemas.openxmlformats.org/officeDocument/2006/relationships/notesMaster" Target="/ppt/notesMasters/notesMaster1.xml" Id="R8fd7c2887bc34e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ec466ba8874331" /><Relationship Type="http://schemas.openxmlformats.org/officeDocument/2006/relationships/notesMaster" Target="/ppt/notesMasters/notesMaster1.xml" Id="R29091e36a36f43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d2367c146a41a0" /><Relationship Type="http://schemas.openxmlformats.org/officeDocument/2006/relationships/notesMaster" Target="/ppt/notesMasters/notesMaster1.xml" Id="R211c52947b5545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ed02b1d5be431a" /><Relationship Type="http://schemas.openxmlformats.org/officeDocument/2006/relationships/notesMaster" Target="/ppt/notesMasters/notesMaster1.xml" Id="Rf628cebd525b4b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ffd3f131e474d" /><Relationship Type="http://schemas.openxmlformats.org/officeDocument/2006/relationships/notesMaster" Target="/ppt/notesMasters/notesMaster1.xml" Id="Ra6fcdf5e8cdf41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f910f86c24443c" /><Relationship Type="http://schemas.openxmlformats.org/officeDocument/2006/relationships/notesMaster" Target="/ppt/notesMasters/notesMaster1.xml" Id="R4472c687bf6d49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554eb95c99409b" /><Relationship Type="http://schemas.openxmlformats.org/officeDocument/2006/relationships/notesMaster" Target="/ppt/notesMasters/notesMaster1.xml" Id="R6723c733cde943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2cadd24ef4454d" /><Relationship Type="http://schemas.openxmlformats.org/officeDocument/2006/relationships/notesMaster" Target="/ppt/notesMasters/notesMaster1.xml" Id="R9728f2e9f3584b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学习材料：用户提供文本。讲话核对与照片来源：https://www.xinhuanet.com/politics/leaders/20261022/8771efbecd384ffba61dc44720e065d1/c.html。正文为学习要点概括，活动安排为建议。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学习材料：用户提供文本。讲话核对与照片来源：https://www.xinhuanet.com/politics/leaders/20261022/8771efbecd384ffba61dc44720e065d1/c.html。正文为学习要点概括，活动安排为建议。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学习材料：用户提供文本。讲话核对与照片来源：https://www.xinhuanet.com/politics/leaders/20261022/8771efbecd384ffba61dc44720e065d1/c.html。正文为学习要点概括，活动安排为建议。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学习材料：用户提供文本。讲话核对与照片来源：https://www.xinhuanet.com/politics/leaders/20261022/8771efbecd384ffba61dc44720e065d1/c.html。正文为学习要点概括，活动安排为建议。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学习材料：用户提供文本。讲话核对与照片来源：https://www.xinhuanet.com/politics/leaders/20261022/8771efbecd384ffba61dc44720e065d1/c.html。正文为学习要点概括，活动安排为建议。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学习材料：用户提供文本。讲话核对与照片来源：https://www.xinhuanet.com/politics/leaders/20261022/8771efbecd384ffba61dc44720e065d1/c.html。正文为学习要点概括，活动安排为建议。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学习材料：用户提供文本。讲话核对与照片来源：https://www.xinhuanet.com/politics/leaders/20261022/8771efbecd384ffba61dc44720e065d1/c.html。正文为学习要点概括，活动安排为建议。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学习材料：用户提供文本。讲话核对与照片来源：https://www.xinhuanet.com/politics/leaders/20261022/8771efbecd384ffba61dc44720e065d1/c.html。正文为学习要点概括，活动安排为建议。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c2872c61145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baf9f154643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73a6922d042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c0aea04914a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fe21ecbb94a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53e98bc8b42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F92BDA-E61D-4A7E-8C9A-0671650F3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775280-559C-40ED-B3A3-6E71307337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ED6F7D-7AC7-453B-AC4F-0CEE905071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30DCE6-88D5-487A-8144-7A783529D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85237A-8F1B-4A46-99CB-328A83A4C9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E5464B-C6CC-465D-B5D7-7ABC004C0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10DE2E-BB9D-4F87-A33C-186312D140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20AE3A-E106-40C7-934E-F0DB75238A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7AF178-C031-402F-B0E7-7B66D2C7B1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266E47-3062-4E11-BE80-ABF09A7856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94f03883244e0c" /><Relationship Type="http://schemas.openxmlformats.org/officeDocument/2006/relationships/slideLayout" Target="/ppt/slideLayouts/slideLayout1.xml" Id="Ra70ec06b6e2f4b69" /><Relationship Type="http://schemas.openxmlformats.org/officeDocument/2006/relationships/slideLayout" Target="/ppt/slideLayouts/slideLayout2.xml" Id="R922e9a4c1f0b4e96" /><Relationship Type="http://schemas.openxmlformats.org/officeDocument/2006/relationships/slideLayout" Target="/ppt/slideLayouts/slideLayout3.xml" Id="R7954f71ec59c4d6d" /><Relationship Type="http://schemas.openxmlformats.org/officeDocument/2006/relationships/slideLayout" Target="/ppt/slideLayouts/slideLayout4.xml" Id="R9b9fe77dd1a94492" /><Relationship Type="http://schemas.openxmlformats.org/officeDocument/2006/relationships/slideLayout" Target="/ppt/slideLayouts/slideLayout5.xml" Id="R6438c191cdda4927" /><Relationship Type="http://schemas.openxmlformats.org/officeDocument/2006/relationships/slideLayout" Target="/ppt/slideLayouts/slideLayout6.xml" Id="R6ffcc101740f49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0ec06b6e2f4b69"/>
    <p:sldLayoutId xmlns:r="http://schemas.openxmlformats.org/officeDocument/2006/relationships" id="2147483650" r:id="R922e9a4c1f0b4e96"/>
    <p:sldLayoutId xmlns:r="http://schemas.openxmlformats.org/officeDocument/2006/relationships" id="2147483651" r:id="R7954f71ec59c4d6d"/>
    <p:sldLayoutId xmlns:r="http://schemas.openxmlformats.org/officeDocument/2006/relationships" id="2147483652" r:id="R9b9fe77dd1a94492"/>
    <p:sldLayoutId xmlns:r="http://schemas.openxmlformats.org/officeDocument/2006/relationships" id="2147483653" r:id="R6438c191cdda4927"/>
    <p:sldLayoutId xmlns:r="http://schemas.openxmlformats.org/officeDocument/2006/relationships" id="2147483654" r:id="R6ffcc101740f49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3548e09c043c9" /><Relationship Type="http://schemas.openxmlformats.org/officeDocument/2006/relationships/image" Target="/ppt/media/image.jpeg" Id="R825fa4407e104d3e" /><Relationship Type="http://schemas.openxmlformats.org/officeDocument/2006/relationships/notesSlide" Target="/ppt/notesSlides/notesSlide1.xml" Id="Rbc865a60c41e45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f7d00c55f45f9" /><Relationship Type="http://schemas.openxmlformats.org/officeDocument/2006/relationships/notesSlide" Target="/ppt/notesSlides/notesSlide2.xml" Id="R2ae98fb7964f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ace90922f4dae" /><Relationship Type="http://schemas.openxmlformats.org/officeDocument/2006/relationships/notesSlide" Target="/ppt/notesSlides/notesSlide3.xml" Id="R30866ffa421c4a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bc4b39a6641dc" /><Relationship Type="http://schemas.openxmlformats.org/officeDocument/2006/relationships/notesSlide" Target="/ppt/notesSlides/notesSlide4.xml" Id="R1dffd24678164a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5102465024268" /><Relationship Type="http://schemas.openxmlformats.org/officeDocument/2006/relationships/notesSlide" Target="/ppt/notesSlides/notesSlide5.xml" Id="Rab375160f19f42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83e85209e740fd" /><Relationship Type="http://schemas.openxmlformats.org/officeDocument/2006/relationships/notesSlide" Target="/ppt/notesSlides/notesSlide6.xml" Id="R193fac489bab4b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1522c498b84d94" /><Relationship Type="http://schemas.openxmlformats.org/officeDocument/2006/relationships/notesSlide" Target="/ppt/notesSlides/notesSlide7.xml" Id="Rebf13c9f14c44d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a3703f8bb4a05" /><Relationship Type="http://schemas.openxmlformats.org/officeDocument/2006/relationships/notesSlide" Target="/ppt/notesSlides/notesSlide8.xml" Id="R02051e7b242d4b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9C943-8223-4F71-8782-0BB7EE25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弘扬伟大长征精神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82BA6-2B29-443E-81F4-EA0EB669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纪念红军长征胜利90周年 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A635A-7CE8-4023-AA07-C1BFC9B9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ED994-1236-4CD3-A2A5-AA643869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同心协力走好新的长征路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9BD8F-8437-424A-936B-BB237F02FD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fa4407e104d3e"/>
          <a:srcRect xmlns:a="http://schemas.openxmlformats.org/drawingml/2006/main" l="0" t="16830" r="0" b="16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09800"/>
            <a:ext cx="6858000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42ABB-04D2-4CDA-90EE-A77E61DA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1936—2026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E5BDB-3553-459E-864A-85350330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3714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纪念中国工农红军</a:t>
            </a:r>
          </a:p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长征胜利90周年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主题党日学习活动</a:t>
            </a:r>
          </a:p>
        </p:txBody>
      </p:sp>
    </p:spTree>
    <p:extLst>
      <p:ext uri="{BB962C8B-B14F-4D97-AF65-F5344CB8AC3E}">
        <p14:creationId xmlns:p14="http://schemas.microsoft.com/office/powerpoint/2010/main" val="1687613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BAE53-2ED0-48C8-9563-F038D58A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活动安排与学习目标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720FA-9221-4BFD-ADB3-0BDB852D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纪念红军长征胜利90周年 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4E468-A28A-449A-A0F7-A4817FAD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7BB92-E074-471C-9544-18F367A5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01  集中学习  20分钟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5D79A-3907-420D-8828-178178B3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02  交流研讨  15分钟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830F-E2CF-4931-B5B8-AFD5C731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03  实践承诺  10分钟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E6B1D-34AF-48C8-9477-F22EC004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04  总结部署  5分钟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6ADAF-0ED9-4AB1-9622-BC14F4B3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学什么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D44DF-572F-4E02-A315-1C0FB5A6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理解长征胜利的制胜之道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认识新征程的使命任务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把学习成果落实到岗位</a:t>
            </a:r>
          </a:p>
        </p:txBody>
      </p:sp>
    </p:spTree>
    <p:extLst>
      <p:ext uri="{BB962C8B-B14F-4D97-AF65-F5344CB8AC3E}">
        <p14:creationId xmlns:p14="http://schemas.microsoft.com/office/powerpoint/2010/main" val="2042691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D2D36-B9A8-4DAC-ADB5-BCB02B3E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历史回顾：伟大远征的关键节点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1BFFD-2356-4E2D-B1B4-1B5BACCF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纪念红军长征胜利90周年 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91CCC-C9FE-45E8-96D6-B37C6D0B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56056-03F2-4D88-9962-430C588D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1934年10月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3B805-552C-4C2E-AF59-9C665369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中央红军开始长征</a:t>
            </a:r>
          </a:p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踏上战略转移征途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74E3D-1D26-4FF7-AB74-8C193DDD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1935年1月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83F9C-A8CF-479F-9F92-F84AA156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遵义会议</a:t>
            </a:r>
          </a:p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在危急关头实现伟大转折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B3D42-87F2-447E-BC8A-8D1A7EF1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1935年10月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71EF2-CAE2-45AE-91FA-C010B198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中央红军到达陕北</a:t>
            </a:r>
          </a:p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开启革命事业新局面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0FFED-6D02-4F00-B6FB-93B393C0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1936年10月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E2159-51C9-46E4-92C7-6592AEAF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红军三大主力会师</a:t>
            </a:r>
          </a:p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长征取得伟大胜利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5ADE2-7B34-46DF-B9B7-273F5521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长征精神跨越时空，成为激励我们战胜困难、勇往直前的宝贵财富</a:t>
            </a:r>
          </a:p>
        </p:txBody>
      </p:sp>
    </p:spTree>
    <p:extLst>
      <p:ext uri="{BB962C8B-B14F-4D97-AF65-F5344CB8AC3E}">
        <p14:creationId xmlns:p14="http://schemas.microsoft.com/office/powerpoint/2010/main" val="2068856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E0A81-1FCF-48FD-A2CA-87CBFDA4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“四个依靠”：长征胜利的制胜之道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3F201-0C2C-4315-88CA-49BAAEDD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纪念红军长征胜利90周年 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0BB45-6294-42CE-A615-76F68CC6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4F9D9-C209-4FB9-B3BE-5E83B0A6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5FB39-7293-4C2E-849C-248BFC7D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党的正确领导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ACC8D-CD48-427A-A10F-A34D9579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把准政治方向，确保各项任务落到实处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03914-7381-4181-B632-5244A3C5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6D280-C9FE-481C-8E74-92779A33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坚定的革命意志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DD627-07DD-47CD-A19E-CC8AFF84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坚定理想信念，面对困难主动担当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F8BFA-8692-414A-A6C8-51094472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B730D-0C70-4580-99C3-643AEA12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独立自主、实事求是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064F0-B1EF-4295-9857-BF5ACA67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深入调查研究，依靠实际情况解决问题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CEDDF-BCEB-407C-9ECC-4380A224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B124A-3C10-48AA-862C-D6673A94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广大人民群众支持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49993-513F-40A4-953B-1FA82F8B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站稳人民立场，回应群众急难愁盼</a:t>
            </a:r>
          </a:p>
        </p:txBody>
      </p:sp>
    </p:spTree>
    <p:extLst>
      <p:ext uri="{BB962C8B-B14F-4D97-AF65-F5344CB8AC3E}">
        <p14:creationId xmlns:p14="http://schemas.microsoft.com/office/powerpoint/2010/main" val="2086458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942B-349F-4ECF-BFA9-38035B6D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新征程是党和人民的新长征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1DF3A-ACAE-496C-9F48-40BA5F49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纪念红军长征胜利90周年 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6A43D-35D9-494D-90D2-3C8C96F4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F670C-E72F-4ABA-8352-048BAADE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DE208-11F7-4F32-960C-A54E341A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66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承前启后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83803-81A1-4B0B-AC21-B7192179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66875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接续奋斗推进中国式现代化</a:t>
            </a:r>
          </a:p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把宏伟蓝图化为现实成果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27B1D-CB82-4811-A435-E287F8EB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82FB1-0307-47F6-89DD-93CB47B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48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攻坚克难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5B58C-3943-49D6-B468-3609EAF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统筹发展和安全</a:t>
            </a:r>
          </a:p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增强应对风险挑战的本领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068B4-03D4-4364-9C87-6B274A8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AF177-46E3-4444-96A6-34134C2B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开拓创新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C9264-45A1-4333-9B8C-5CB7C0DA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29125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立足实际探索有效办法</a:t>
            </a:r>
          </a:p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以改革创新破解发展难题</a:t>
            </a:r>
          </a:p>
        </p:txBody>
      </p:sp>
    </p:spTree>
    <p:extLst>
      <p:ext uri="{BB962C8B-B14F-4D97-AF65-F5344CB8AC3E}">
        <p14:creationId xmlns:p14="http://schemas.microsoft.com/office/powerpoint/2010/main" val="18111083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8D80A-694E-47EE-8012-AD5BD40A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“五个必须”：新的长征路上的实践要求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32A7E-1D57-4088-8D38-5B6034E3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纪念红军长征胜利90周年 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F170F-39D4-493A-A513-C5787BFA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E6448-A2BE-4723-B09E-AA83964F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FE699-5751-4FED-B89C-717FA1B9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28750"/>
            <a:ext cx="933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坚守党的理想信念宗旨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A623B-A4E0-43D0-B283-0AF35843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B5DB2-BFA0-4C39-BAA8-EC5ACBB1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43150"/>
            <a:ext cx="933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坚定不移推动高质量发展，不断满足人民日益增长的美好生活需要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D2217-ACC1-426A-BC7C-00A0BD7A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EABB8-F09C-47EC-9146-C51BB1F2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933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勇于进行具有许多新的历史特点的伟大斗争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07E21-43D8-4F34-9300-86273DF9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F00FE-0BE8-4892-A23E-71DDB0B8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933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加快把人民军队建成世界一流军队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40D61-7498-46B4-99D5-DCD16108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7976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63443-2368-446B-9541-AD2ADAD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86350"/>
            <a:ext cx="933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坚持党的领导、加强党的建设</a:t>
            </a:r>
          </a:p>
        </p:txBody>
      </p:sp>
    </p:spTree>
    <p:extLst>
      <p:ext uri="{BB962C8B-B14F-4D97-AF65-F5344CB8AC3E}">
        <p14:creationId xmlns:p14="http://schemas.microsoft.com/office/powerpoint/2010/main" val="1766755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BB34B-C635-4128-9F70-1F7FAC2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交流研讨：岗位上的“雪山”和“草地”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05FD5-D217-48C6-AE7F-97BBCAF5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纪念红军长征胜利90周年 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FB2D5-6BBB-447E-8024-1978F6F5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E1A62-B174-4E94-9C5A-D2F63DFB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谈认识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654B1-ED9D-4CE6-B645-016D890E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长征精神中，哪一点对自己的触动最深？</a:t>
            </a:r>
          </a:p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结合一个历史故事或工作经历交流。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64F13-ED76-4D2F-960F-A9BBE053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找问题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56B9E-971D-41A6-8B19-E99298E0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当前岗位最需要攻克的难题是什么？</a:t>
            </a:r>
          </a:p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分析原因，提出一项能够实施的办法。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DE324-05E0-4CA8-92FF-D8C8A893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明责任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80916-554D-4660-8CAD-DAB4ED28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2912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群众最希望我们解决什么问题？</a:t>
            </a:r>
          </a:p>
          <a:p xmlns:a="http://schemas.openxmlformats.org/drawingml/2006/main">
            <a:pPr>
              <a:def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明确服务对象、责任人和完成时限。</a:t>
            </a:r>
          </a:p>
        </p:txBody>
      </p:sp>
    </p:spTree>
    <p:extLst>
      <p:ext uri="{BB962C8B-B14F-4D97-AF65-F5344CB8AC3E}">
        <p14:creationId xmlns:p14="http://schemas.microsoft.com/office/powerpoint/2010/main" val="1066904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0E738-909D-4647-B58F-F42EFB0B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实践承诺：把学习成果落实到具体行动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9737A-18F9-4354-A9D9-7A42F8FE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纪念红军长征胜利90周年 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E0860-0052-4533-8578-10694BD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76B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F2805-88F4-4E63-AD01-CC46504B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一项攻坚任务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A68FD-A83C-4BA3-82AE-7A1DB10C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每名党员认领一个岗位难题，明确完成时限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4F6EC-D0CE-45AB-B163-F9B61AB6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一件为民实事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DD5DF-D589-49AF-83DE-4860885C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走访服务对象，解决一件急难愁盼问题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9843A-8188-44DA-903D-2EB942D6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一次跟踪检验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7868E-A917-45AA-8470-CE3A869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2B27"/>
                </a:solidFill>
                <a:latin typeface="Microsoft YaHei"/>
                <a:ea typeface="Microsoft YaHei"/>
                <a:cs typeface="Microsoft YaHei"/>
              </a:rPr>
              <a:t>支部建立任务清单，后续党日交流完成情况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BFC76-9487-477D-9E04-1F39CB7E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9C1D24"/>
                </a:solidFill>
                <a:latin typeface="Microsoft YaHei"/>
                <a:ea typeface="Microsoft YaHei"/>
                <a:cs typeface="Microsoft YaHei"/>
              </a:rPr>
              <a:t>铭记历史  接续奋斗</a:t>
            </a:r>
          </a:p>
        </p:txBody>
      </p:sp>
    </p:spTree>
    <p:extLst>
      <p:ext uri="{BB962C8B-B14F-4D97-AF65-F5344CB8AC3E}">
        <p14:creationId xmlns:p14="http://schemas.microsoft.com/office/powerpoint/2010/main" val="2057049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2026-10-28T11:52:07.4470000Z</dcterms:created>
  <dcterms:modified xsi:type="dcterms:W3CDTF">2026-10-28T11:52:07.4470000Z</dcterms:modified>
</coreProperties>
</file>