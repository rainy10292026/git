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187cad9172487b" /><Relationship Type="http://schemas.openxmlformats.org/officeDocument/2006/relationships/extended-properties" Target="/docProps/app.xml" Id="R8e5361f4326840f2" /><Relationship Type="http://schemas.openxmlformats.org/officeDocument/2006/relationships/officeDocument" Target="/ppt/presentation.xml" Id="R91b0f4796bd440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97082260f34c5b"/>
  </p:sldMasterIdLst>
  <p:notesMasterIdLst>
    <p:notesMasterId xmlns:r="http://schemas.openxmlformats.org/officeDocument/2006/relationships" r:id="R22f272b108f84a43"/>
  </p:notesMasterIdLst>
  <p:sldIdLst>
    <p:sldId xmlns:r="http://schemas.openxmlformats.org/officeDocument/2006/relationships" id="256" r:id="R09ec2625171744b3"/>
    <p:sldId xmlns:r="http://schemas.openxmlformats.org/officeDocument/2006/relationships" id="257" r:id="Rbdf0ad732d97425a"/>
    <p:sldId xmlns:r="http://schemas.openxmlformats.org/officeDocument/2006/relationships" id="258" r:id="R5fd5b55ad7ce4a2a"/>
    <p:sldId xmlns:r="http://schemas.openxmlformats.org/officeDocument/2006/relationships" id="259" r:id="Refc45c3f77eb476f"/>
    <p:sldId xmlns:r="http://schemas.openxmlformats.org/officeDocument/2006/relationships" id="260" r:id="R6c243b29342b40c5"/>
    <p:sldId xmlns:r="http://schemas.openxmlformats.org/officeDocument/2006/relationships" id="261" r:id="R791160c26ef54be5"/>
    <p:sldId xmlns:r="http://schemas.openxmlformats.org/officeDocument/2006/relationships" id="262" r:id="R2652b74488f44351"/>
    <p:sldId xmlns:r="http://schemas.openxmlformats.org/officeDocument/2006/relationships" id="263" r:id="R7d87152054b849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8dd711f4f749bf" /><Relationship Type="http://schemas.openxmlformats.org/officeDocument/2006/relationships/slideMaster" Target="/ppt/slideMasters/slideMaster1.xml" Id="Rbc97082260f34c5b" /><Relationship Type="http://schemas.openxmlformats.org/officeDocument/2006/relationships/notesMaster" Target="/ppt/notesMasters/notesMaster1.xml" Id="R22f272b108f84a43" /><Relationship Type="http://schemas.openxmlformats.org/officeDocument/2006/relationships/presProps" Target="/ppt/presProps.xml" Id="Rcb37a12d02264955" /><Relationship Type="http://schemas.openxmlformats.org/officeDocument/2006/relationships/tableStyles" Target="/ppt/tableStyles.xml" Id="R22ccd3cd05784e4b" /><Relationship Type="http://schemas.openxmlformats.org/officeDocument/2006/relationships/slide" Target="/ppt/slides/slide1.xml" Id="R09ec2625171744b3" /><Relationship Type="http://schemas.openxmlformats.org/officeDocument/2006/relationships/slide" Target="/ppt/slides/slide2.xml" Id="Rbdf0ad732d97425a" /><Relationship Type="http://schemas.openxmlformats.org/officeDocument/2006/relationships/slide" Target="/ppt/slides/slide3.xml" Id="R5fd5b55ad7ce4a2a" /><Relationship Type="http://schemas.openxmlformats.org/officeDocument/2006/relationships/slide" Target="/ppt/slides/slide4.xml" Id="Refc45c3f77eb476f" /><Relationship Type="http://schemas.openxmlformats.org/officeDocument/2006/relationships/slide" Target="/ppt/slides/slide5.xml" Id="R6c243b29342b40c5" /><Relationship Type="http://schemas.openxmlformats.org/officeDocument/2006/relationships/slide" Target="/ppt/slides/slide6.xml" Id="R791160c26ef54be5" /><Relationship Type="http://schemas.openxmlformats.org/officeDocument/2006/relationships/slide" Target="/ppt/slides/slide7.xml" Id="R2652b74488f44351" /><Relationship Type="http://schemas.openxmlformats.org/officeDocument/2006/relationships/slide" Target="/ppt/slides/slide8.xml" Id="R7d87152054b849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e57212393445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8eba51ea8a46a0" /><Relationship Type="http://schemas.openxmlformats.org/officeDocument/2006/relationships/notesMaster" Target="/ppt/notesMasters/notesMaster1.xml" Id="R36679bac5a0f4d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9d849cf68d4ecf" /><Relationship Type="http://schemas.openxmlformats.org/officeDocument/2006/relationships/notesMaster" Target="/ppt/notesMasters/notesMaster1.xml" Id="Re8dd3446ec1740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231f5d9fdb43e2" /><Relationship Type="http://schemas.openxmlformats.org/officeDocument/2006/relationships/notesMaster" Target="/ppt/notesMasters/notesMaster1.xml" Id="Rf266ef0b27b443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3bed6986524359" /><Relationship Type="http://schemas.openxmlformats.org/officeDocument/2006/relationships/notesMaster" Target="/ppt/notesMasters/notesMaster1.xml" Id="R1f0e30d8ae2d4a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206b2a12bf4872" /><Relationship Type="http://schemas.openxmlformats.org/officeDocument/2006/relationships/notesMaster" Target="/ppt/notesMasters/notesMaster1.xml" Id="Rf9f12439151049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37f3bf50e941a6" /><Relationship Type="http://schemas.openxmlformats.org/officeDocument/2006/relationships/notesMaster" Target="/ppt/notesMasters/notesMaster1.xml" Id="R29ff8652d37e4b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be809f767b4ed6" /><Relationship Type="http://schemas.openxmlformats.org/officeDocument/2006/relationships/notesMaster" Target="/ppt/notesMasters/notesMaster1.xml" Id="R656e24a7d38542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47c77612e84f54" /><Relationship Type="http://schemas.openxmlformats.org/officeDocument/2006/relationships/notesMaster" Target="/ppt/notesMasters/notesMaster1.xml" Id="Rfbd3dae5193f47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根据用户提供材料概括。活动安排为建议。照片来源：新华社 https://www.xinhuanet.com/politics/leaders/20261022/8771efbecd384ffba61dc44720e065d1/c.html；会师纪念塔 https://www.xinhuanet.com/politics/2016-07/25/c_129174163.htm；遵义会址 https://k.sina.com.cn/article_2810373291_va782e4ab02002ijah.html；泸定桥 https://kscgc.sctv.com/sctv/redian/2021/05/29/1133613_shared.html。实景照片为当代影像。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根据用户提供材料概括。活动安排为建议。照片来源：新华社 https://www.xinhuanet.com/politics/leaders/20261022/8771efbecd384ffba61dc44720e065d1/c.html；会师纪念塔 https://www.xinhuanet.com/politics/2016-07/25/c_129174163.htm；遵义会址 https://k.sina.com.cn/article_2810373291_va782e4ab02002ijah.html；泸定桥 https://kscgc.sctv.com/sctv/redian/2021/05/29/1133613_shared.html。实景照片为当代影像。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根据用户提供材料概括。活动安排为建议。照片来源：新华社 https://www.xinhuanet.com/politics/leaders/20261022/8771efbecd384ffba61dc44720e065d1/c.html；会师纪念塔 https://www.xinhuanet.com/politics/2016-07/25/c_129174163.htm；遵义会址 https://k.sina.com.cn/article_2810373291_va782e4ab02002ijah.html；泸定桥 https://kscgc.sctv.com/sctv/redian/2021/05/29/1133613_shared.html。实景照片为当代影像。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根据用户提供材料概括。活动安排为建议。照片来源：新华社 https://www.xinhuanet.com/politics/leaders/20261022/8771efbecd384ffba61dc44720e065d1/c.html；会师纪念塔 https://www.xinhuanet.com/politics/2016-07/25/c_129174163.htm；遵义会址 https://k.sina.com.cn/article_2810373291_va782e4ab02002ijah.html；泸定桥 https://kscgc.sctv.com/sctv/redian/2021/05/29/1133613_shared.html。实景照片为当代影像。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根据用户提供材料概括。活动安排为建议。照片来源：新华社 https://www.xinhuanet.com/politics/leaders/20261022/8771efbecd384ffba61dc44720e065d1/c.html；会师纪念塔 https://www.xinhuanet.com/politics/2016-07/25/c_129174163.htm；遵义会址 https://k.sina.com.cn/article_2810373291_va782e4ab02002ijah.html；泸定桥 https://kscgc.sctv.com/sctv/redian/2021/05/29/1133613_shared.html。实景照片为当代影像。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根据用户提供材料概括。活动安排为建议。照片来源：新华社 https://www.xinhuanet.com/politics/leaders/20261022/8771efbecd384ffba61dc44720e065d1/c.html；会师纪念塔 https://www.xinhuanet.com/politics/2016-07/25/c_129174163.htm；遵义会址 https://k.sina.com.cn/article_2810373291_va782e4ab02002ijah.html；泸定桥 https://kscgc.sctv.com/sctv/redian/2021/05/29/1133613_shared.html。实景照片为当代影像。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根据用户提供材料概括。活动安排为建议。照片来源：新华社 https://www.xinhuanet.com/politics/leaders/20261022/8771efbecd384ffba61dc44720e065d1/c.html；会师纪念塔 https://www.xinhuanet.com/politics/2016-07/25/c_129174163.htm；遵义会址 https://k.sina.com.cn/article_2810373291_va782e4ab02002ijah.html；泸定桥 https://kscgc.sctv.com/sctv/redian/2021/05/29/1133613_shared.html。实景照片为当代影像。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根据用户提供材料概括。活动安排为建议。照片来源：新华社 https://www.xinhuanet.com/politics/leaders/20261022/8771efbecd384ffba61dc44720e065d1/c.html；会师纪念塔 https://www.xinhuanet.com/politics/2016-07/25/c_129174163.htm；遵义会址 https://k.sina.com.cn/article_2810373291_va782e4ab02002ijah.html；泸定桥 https://kscgc.sctv.com/sctv/redian/2021/05/29/1133613_shared.html。实景照片为当代影像。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8e130cb0a43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221abcbfdb4a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6dc7ea5d84f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63dd32aa2548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427a5f7f848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884c8c06247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89F85A-4E2E-4746-89DD-E77C863675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B966DE-5236-41B4-B95E-05A86B8927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4300D7-BD67-46F8-9873-F70F82F2C1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1382D3-164C-4B46-A306-CFBFDC13FD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1BE900-F106-422B-A905-9A63BCD9E0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E2ECE9-06D7-4908-97DD-029AFB523E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DBFDF8-E0EE-4299-847E-B4111C5EEC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57316DF-99F7-480F-A9B4-6CDDA00E2E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EBBB66-DDDB-45C0-85FE-17607B47AD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444003-A427-48AF-8D74-40C2150305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e4dade264a452f" /><Relationship Type="http://schemas.openxmlformats.org/officeDocument/2006/relationships/slideLayout" Target="/ppt/slideLayouts/slideLayout1.xml" Id="R39d681c93d0746f8" /><Relationship Type="http://schemas.openxmlformats.org/officeDocument/2006/relationships/slideLayout" Target="/ppt/slideLayouts/slideLayout2.xml" Id="Ra652b57403144c59" /><Relationship Type="http://schemas.openxmlformats.org/officeDocument/2006/relationships/slideLayout" Target="/ppt/slideLayouts/slideLayout3.xml" Id="R911ded6c78b749a3" /><Relationship Type="http://schemas.openxmlformats.org/officeDocument/2006/relationships/slideLayout" Target="/ppt/slideLayouts/slideLayout4.xml" Id="R58c26c5be6064f18" /><Relationship Type="http://schemas.openxmlformats.org/officeDocument/2006/relationships/slideLayout" Target="/ppt/slideLayouts/slideLayout5.xml" Id="Rb8de93b37ea743c7" /><Relationship Type="http://schemas.openxmlformats.org/officeDocument/2006/relationships/slideLayout" Target="/ppt/slideLayouts/slideLayout6.xml" Id="R51d6ff2fa6b748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d681c93d0746f8"/>
    <p:sldLayoutId xmlns:r="http://schemas.openxmlformats.org/officeDocument/2006/relationships" id="2147483650" r:id="Ra652b57403144c59"/>
    <p:sldLayoutId xmlns:r="http://schemas.openxmlformats.org/officeDocument/2006/relationships" id="2147483651" r:id="R911ded6c78b749a3"/>
    <p:sldLayoutId xmlns:r="http://schemas.openxmlformats.org/officeDocument/2006/relationships" id="2147483652" r:id="R58c26c5be6064f18"/>
    <p:sldLayoutId xmlns:r="http://schemas.openxmlformats.org/officeDocument/2006/relationships" id="2147483653" r:id="Rb8de93b37ea743c7"/>
    <p:sldLayoutId xmlns:r="http://schemas.openxmlformats.org/officeDocument/2006/relationships" id="2147483654" r:id="R51d6ff2fa6b748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25e6d1bd349b4" /><Relationship Type="http://schemas.openxmlformats.org/officeDocument/2006/relationships/image" Target="/ppt/media/image.jpeg" Id="R3d9bc5b027fc4caf" /><Relationship Type="http://schemas.openxmlformats.org/officeDocument/2006/relationships/notesSlide" Target="/ppt/notesSlides/notesSlide1.xml" Id="R4c11097fa09241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2e3b931edd4ed3" /><Relationship Type="http://schemas.openxmlformats.org/officeDocument/2006/relationships/image" Target="/ppt/media/image2.jpeg" Id="Rd00e82f10c564e86" /><Relationship Type="http://schemas.openxmlformats.org/officeDocument/2006/relationships/notesSlide" Target="/ppt/notesSlides/notesSlide2.xml" Id="R19ca51eb7f4940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0140ec82d1400a" /><Relationship Type="http://schemas.openxmlformats.org/officeDocument/2006/relationships/image" Target="/ppt/media/image.png" Id="R9bf952476f414824" /><Relationship Type="http://schemas.openxmlformats.org/officeDocument/2006/relationships/notesSlide" Target="/ppt/notesSlides/notesSlide3.xml" Id="Rbe2f9bbb1ceb47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0d28bf25944769" /><Relationship Type="http://schemas.openxmlformats.org/officeDocument/2006/relationships/image" Target="/ppt/media/image3.jpeg" Id="R8b6bb06ebc7e412b" /><Relationship Type="http://schemas.openxmlformats.org/officeDocument/2006/relationships/notesSlide" Target="/ppt/notesSlides/notesSlide4.xml" Id="R9affe17522304b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e845fb29194b8b" /><Relationship Type="http://schemas.openxmlformats.org/officeDocument/2006/relationships/notesSlide" Target="/ppt/notesSlides/notesSlide5.xml" Id="Rbb07dcebec9e4c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bce87f955c41aa" /><Relationship Type="http://schemas.openxmlformats.org/officeDocument/2006/relationships/image" Target="/ppt/media/image4.jpeg" Id="R51169f8911ae4e0e" /><Relationship Type="http://schemas.openxmlformats.org/officeDocument/2006/relationships/notesSlide" Target="/ppt/notesSlides/notesSlide6.xml" Id="Ra396bb5409a447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8a3fc6ba5c49ea" /><Relationship Type="http://schemas.openxmlformats.org/officeDocument/2006/relationships/image" Target="/ppt/media/image5.jpeg" Id="Ra2f5456d05444c70" /><Relationship Type="http://schemas.openxmlformats.org/officeDocument/2006/relationships/notesSlide" Target="/ppt/notesSlides/notesSlide7.xml" Id="R6320632f157043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cdb16bafc45a7" /><Relationship Type="http://schemas.openxmlformats.org/officeDocument/2006/relationships/notesSlide" Target="/ppt/notesSlides/notesSlide8.xml" Id="R128bc4e287c14d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8E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B3F8D-1AEA-4FF6-869E-B79F4A59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纪念中国工农红军长征胜利90周年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F8556-1294-4B94-B172-9DC0B393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rPr>
              <a:t>长征胜利90周年 · 主题党日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20A72-231C-4146-B99C-F4C9E00D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rPr>
              <a:t>01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27200-95FE-46D0-8991-F2217AAC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71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弘扬伟大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长征精神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70A25-9BAB-4959-9783-A51B1936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同心协力走好新的长征路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98DDC-6420-4568-BDD9-982741E0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rPr>
              <a:t>1936—2026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E01AC-4D82-4FA7-ACBF-838F1C8C31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bc5b027fc4caf"/>
          <a:srcRect xmlns:a="http://schemas.openxmlformats.org/drawingml/2006/main" l="7727" t="0" r="7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666875"/>
            <a:ext cx="47244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84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FCB91-D6D7-4683-94E9-F8529B49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活动安排与学习目标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C0F98-8CC0-487D-896C-F245833C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rPr>
              <a:t>长征胜利90周年 · 主题党日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09369-E750-4C2F-8315-5070C1D7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C471F-B9F2-4A70-A435-E41C8D35F8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e82f10c564e86"/>
          <a:srcRect xmlns:a="http://schemas.openxmlformats.org/drawingml/2006/main" l="0" t="14350" r="0" b="143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1571625"/>
            <a:ext cx="4533900" cy="2571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8492A-EDA7-4C60-A1AD-74ADF928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75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75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75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75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75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75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75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75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75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EA9ED-4571-4ED7-9F87-6E73A51B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552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分钟建议议程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CF51A-2B42-4023-96D1-FF954816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集中学习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C3F8C-453E-435A-939F-C6B84E89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20分钟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2B1FB-9D9F-4860-ADD3-74D594ED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交流研讨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B6FA7-6AD3-4ACC-B388-BE9E23A9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529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15分钟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64204-6221-452B-B008-9D639F1F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实践承诺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D3254-BCC9-4FA8-801B-54D3DEDB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815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10分钟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C7B51-F984-4CFC-91A0-62A92C1A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总结部署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99498-4DDA-473D-AE65-F1C93912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102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5分钟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C2C9E-9BA7-4A5B-9712-ED6FBAB3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291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F08B8-4BF2-4504-9A61-1D366EB9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04825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理解制胜之道，认识使命任务</a:t>
            </a:r>
          </a:p>
          <a:p xmlns:a="http://schemas.openxmlformats.org/drawingml/2006/main">
            <a: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把学习成果落实到本职岗位</a:t>
            </a:r>
          </a:p>
        </p:txBody>
      </p:sp>
    </p:spTree>
    <p:extLst>
      <p:ext uri="{BB962C8B-B14F-4D97-AF65-F5344CB8AC3E}">
        <p14:creationId xmlns:p14="http://schemas.microsoft.com/office/powerpoint/2010/main" val="1594310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E33AA-9BE0-44EA-9027-5583D893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伟大远征的关键节点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55385-F3BD-439A-AE05-BFE28725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rPr>
              <a:t>长征胜利90周年 · 主题党日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4F3E2-64EB-4D83-9944-5D561355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3C5A1-6193-4C5C-84A6-31F4A2D0BD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952476f414824"/>
          <a:srcRect xmlns:a="http://schemas.openxmlformats.org/drawingml/2006/main" l="0" t="1091" r="0" b="10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523875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49213-3135-4567-9F92-62D5544A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275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8275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8275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8275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8275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8275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8275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8275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8275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8275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275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27577"/>
                </a:solidFill>
                <a:latin typeface="Microsoft YaHei"/>
                <a:ea typeface="Microsoft YaHei"/>
                <a:cs typeface="Microsoft YaHei"/>
              </a:rPr>
              <a:t>遵义会议会址 · 当代实景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AFA64-7F5F-4404-B337-48851A70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1934年10月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07D85-E7AF-42E9-B507-871CF8DF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中央红军开始长征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D8C45-0F8A-4040-8B1C-8702E40E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1935年1月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2C57B-D3D4-45F4-A8D3-A906EAFC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遵义会议实现伟大转折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E16DD-2B53-4B6F-A071-B3F45648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1935年10月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30725-71FC-4515-BEE8-915D96C2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671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中央红军到达陕北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AA5D1-B996-411C-997C-43374AFA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1936年10月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FDFEC-25C3-43FC-BD0E-CDBE35B7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149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红军三大主力会师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0887E-A135-4ACC-82DA-229B078B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坚定信念，在艰难险阻中</a:t>
            </a:r>
          </a:p>
          <a:p xmlns:a="http://schemas.openxmlformats.org/drawingml/2006/main">
            <a:pPr>
              <a:def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开创新局面</a:t>
            </a:r>
          </a:p>
        </p:txBody>
      </p:sp>
    </p:spTree>
    <p:extLst>
      <p:ext uri="{BB962C8B-B14F-4D97-AF65-F5344CB8AC3E}">
        <p14:creationId xmlns:p14="http://schemas.microsoft.com/office/powerpoint/2010/main" val="7269424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8E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1DB90-6023-4A58-8796-E3E98005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“四个依靠”：长征胜利的制胜之道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746A0-3A25-4DF0-8005-873F889F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rPr>
              <a:t>长征胜利90周年 · 主题党日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40398-0DC2-4A54-B437-97ED60C7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F78DB-0828-4E55-BC50-71B7D3EBE9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bb06ebc7e412b"/>
          <a:srcRect xmlns:a="http://schemas.openxmlformats.org/drawingml/2006/main" l="18892" t="0" r="188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3476625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7C327-6100-4325-ACB5-2DCE6BC4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240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84A3B-A71B-422A-9172-A728C66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党的正确领导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85746-C068-4188-828A-1E83E007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47875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rPr>
              <a:t>把准政治方向，推动任务落实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2387D-D712-443E-A15C-223B1619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A295E-8166-47D1-AE4C-1B28B988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坚定的革命意志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9F58F-E0AA-4B34-A8EF-D0D364F7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71825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rPr>
              <a:t>坚定理想信念，主动担当作为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6A0AC-84EE-4949-8F4D-0CC8ACA7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719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91484-6E2C-4E2A-8667-D84FB452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7190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独立自主、实事求是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CC36B-F4B1-4D3F-A0C1-B5FD6581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95775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rPr>
              <a:t>深入调查研究，立足实际解题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712A4-07FF-4EE4-9DF8-981A1D6F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958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285F2-A147-469D-9040-ABFB9A1F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9585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广大人民群众支持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99AD3-73AF-4207-8E4F-6654C1ED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19725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rPr>
              <a:t>站稳人民立场，回应群众期盼</a:t>
            </a:r>
          </a:p>
        </p:txBody>
      </p:sp>
    </p:spTree>
    <p:extLst>
      <p:ext uri="{BB962C8B-B14F-4D97-AF65-F5344CB8AC3E}">
        <p14:creationId xmlns:p14="http://schemas.microsoft.com/office/powerpoint/2010/main" val="5536260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E26FF-7B01-4AA7-A466-AACB9419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新征程是党和人民的新长征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BA69F-EE08-42C6-99CE-B647BCEC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rPr>
              <a:t>长征胜利90周年 · 主题党日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AE9F5-0352-45F0-B0B3-B5F53657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64A2F-2B15-413F-845F-48A230EC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B538D-1FA2-49CC-A91E-E5162929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承前启后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A6E40-FC0B-4B8B-85E2-87D333A8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接续推进中国式现代化</a:t>
            </a:r>
          </a:p>
          <a:p xmlns:a="http://schemas.openxmlformats.org/drawingml/2006/main">
            <a: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把宏伟蓝图化为现实成果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FAB18-E229-466F-AB3E-8A905786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57C0E-1DD5-41A0-939B-A31CE989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攻坚克难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2D8A7-2A71-4B17-98E4-A82B2F89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147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统筹发展和安全</a:t>
            </a:r>
          </a:p>
          <a:p xmlns:a="http://schemas.openxmlformats.org/drawingml/2006/main">
            <a: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增强应对风险挑战的本领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382F2-8A1A-40AD-B642-5570D666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03A13-1D9E-4E42-8B2C-D3D2FD34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开拓创新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DAEF5-1F78-4EAE-AECE-DCB1CA8A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1475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立足实际探索有效办法</a:t>
            </a:r>
          </a:p>
          <a:p xmlns:a="http://schemas.openxmlformats.org/drawingml/2006/main">
            <a:pPr>
              <a:def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以改革创新破解发展难题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BBE6A-267F-48E4-8534-1A36A16D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长征精神为推进中国式现代化提供持久的精神动力</a:t>
            </a:r>
          </a:p>
        </p:txBody>
      </p:sp>
    </p:spTree>
    <p:extLst>
      <p:ext uri="{BB962C8B-B14F-4D97-AF65-F5344CB8AC3E}">
        <p14:creationId xmlns:p14="http://schemas.microsoft.com/office/powerpoint/2010/main" val="994642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064DA-1A38-4E0A-9840-50261A3B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“五个必须”：新的长征路上的实践要求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1F4D6-BF38-4E03-A8F3-45D88CD8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rPr>
              <a:t>长征胜利90周年 · 主题党日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BAC2D-478D-4FCA-A21C-8A4D8995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A43CE-675F-4D86-BAE2-EDC9E5C48B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69f8911ae4e0e"/>
          <a:srcRect xmlns:a="http://schemas.openxmlformats.org/drawingml/2006/main" l="24239" t="0" r="242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1571625"/>
            <a:ext cx="3009900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94884-128A-46A3-B4E1-FC7BCB0D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42A7E-2579-4310-9744-16698E03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524000"/>
            <a:ext cx="657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坚守党的理想信念宗旨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C7A56-3611-4A2F-9F30-D40888EE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384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D746A-F599-49DC-A94E-58C10B64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38400"/>
            <a:ext cx="657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坚定不移推动高质量发展，</a:t>
            </a:r>
          </a:p>
          <a:p xmlns:a="http://schemas.openxmlformats.org/drawingml/2006/main">
            <a: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不断满足人民日益增长的美好生活需要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E5A2F-CB7F-4C5D-B7B0-7EEA6485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528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3AFF9-FEBA-4EAF-ADBC-12BB0E0E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52800"/>
            <a:ext cx="657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勇于进行具有许多新的历史特点的伟大斗争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A8EB1-305F-4621-B53B-C9BC31A1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672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4F002-FF16-4985-A0AF-AC482481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67200"/>
            <a:ext cx="657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加快把人民军队建成世界一流军队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E3416-BF9E-47A0-AE5D-A31766BB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816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B27A4-ED41-4879-88EE-40F82601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81600"/>
            <a:ext cx="657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坚持党的领导、加强党的建设</a:t>
            </a:r>
          </a:p>
        </p:txBody>
      </p:sp>
    </p:spTree>
    <p:extLst>
      <p:ext uri="{BB962C8B-B14F-4D97-AF65-F5344CB8AC3E}">
        <p14:creationId xmlns:p14="http://schemas.microsoft.com/office/powerpoint/2010/main" val="1844379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C998B-BD1E-4A16-BD37-4EF79081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交流研讨：岗位上的“雪山”和“草地”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B809F-74F2-4970-9E0C-16D8ABEC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rPr>
              <a:t>长征胜利90周年 · 主题党日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C51C0-540C-4F9A-8768-B3D1F9DB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A7C7E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55836-2B51-4DCC-A1F4-00145E9261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5456d05444c70"/>
          <a:srcRect xmlns:a="http://schemas.openxmlformats.org/drawingml/2006/main" l="10833" t="0" r="10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571625"/>
            <a:ext cx="447675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A0347-BACB-4F9D-9D98-F4B94DA3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谈认识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73E89-4CE9-4FD1-A09D-F4FA5193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76450"/>
            <a:ext cx="590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哪一种长征精神最触动自己？</a:t>
            </a:r>
          </a:p>
          <a:p xmlns:a="http://schemas.openxmlformats.org/drawingml/2006/main">
            <a: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结合历史故事或工作经历交流。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117A5-9294-4BD3-82C9-2EED0800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找问题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E0FCC-98B0-44F0-874E-15AE3A76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05200"/>
            <a:ext cx="590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当前岗位最需要攻克什么难题？</a:t>
            </a:r>
          </a:p>
          <a:p xmlns:a="http://schemas.openxmlformats.org/drawingml/2006/main">
            <a: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分析原因，提出可实施的办法。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C872D-FC18-4CF4-9082-EB1C822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815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E1724"/>
                </a:solidFill>
                <a:latin typeface="Microsoft YaHei"/>
                <a:ea typeface="Microsoft YaHei"/>
                <a:cs typeface="Microsoft YaHei"/>
              </a:rPr>
              <a:t>明责任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65987-4D8C-4FDB-B270-89F236E8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33950"/>
            <a:ext cx="590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群众最希望我们解决什么问题？</a:t>
            </a:r>
          </a:p>
          <a:p xmlns:a="http://schemas.openxmlformats.org/drawingml/2006/main">
            <a:pPr>
              <a:def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2B2B"/>
                </a:solidFill>
                <a:latin typeface="Microsoft YaHei"/>
                <a:ea typeface="Microsoft YaHei"/>
                <a:cs typeface="Microsoft YaHei"/>
              </a:rPr>
              <a:t>明确责任人和完成时限。</a:t>
            </a:r>
          </a:p>
        </p:txBody>
      </p:sp>
    </p:spTree>
    <p:extLst>
      <p:ext uri="{BB962C8B-B14F-4D97-AF65-F5344CB8AC3E}">
        <p14:creationId xmlns:p14="http://schemas.microsoft.com/office/powerpoint/2010/main" val="14383198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8E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DCBC9-146C-47BC-A720-7F5AEFFD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把学习成果落实到具体行动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0208A-4A71-4F7F-BE76-3D03F4F7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rPr>
              <a:t>长征胜利90周年 · 主题党日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DCB5A-1B1C-4B18-B732-4874E4C8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381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6CBD0"/>
                </a:solidFill>
                <a:latin typeface="Microsoft YaHei"/>
                <a:ea typeface="Microsoft YaHei"/>
                <a:cs typeface="Microsoft YaHei"/>
              </a:rPr>
              <a:t>08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FE79A-1C3B-4614-8DA4-6CDBCDD8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733FD-DF11-4823-AF02-75E278EE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一项攻坚任务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0B30F-5DF5-483F-A7F4-9F44303D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rPr>
              <a:t>认领一个岗位难题</a:t>
            </a:r>
          </a:p>
          <a:p xmlns:a="http://schemas.openxmlformats.org/drawingml/2006/main">
            <a: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rPr>
              <a:t>明确完成时限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79650-9194-498E-BBFC-F968AD4D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5A572-7900-4462-8A9C-EC3118AF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一件为民实事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EFEA2-E155-4107-8606-417D1344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rPr>
              <a:t>走访服务对象</a:t>
            </a:r>
          </a:p>
          <a:p xmlns:a="http://schemas.openxmlformats.org/drawingml/2006/main">
            <a: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rPr>
              <a:t>解决急难愁盼问题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60920-85A2-4095-B718-D6F0FA4E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7B5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51E00-0BDD-4EE9-829B-803CC91F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14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一次跟踪检验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743B0-21E6-44BE-B457-4A00DA15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242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rPr>
              <a:t>支部建立任务清单</a:t>
            </a:r>
          </a:p>
          <a:p xmlns:a="http://schemas.openxmlformats.org/drawingml/2006/main">
            <a:pPr>
              <a:def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EDFE2"/>
                </a:solidFill>
                <a:latin typeface="Microsoft YaHei"/>
                <a:ea typeface="Microsoft YaHei"/>
                <a:cs typeface="Microsoft YaHei"/>
              </a:rPr>
              <a:t>后续党日交流完成情况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5333E-C642-4A54-BA78-1DA0B1D2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铭记历史  接续奋斗</a:t>
            </a:r>
          </a:p>
        </p:txBody>
      </p:sp>
    </p:spTree>
    <p:extLst>
      <p:ext uri="{BB962C8B-B14F-4D97-AF65-F5344CB8AC3E}">
        <p14:creationId xmlns:p14="http://schemas.microsoft.com/office/powerpoint/2010/main" val="959666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2026-10-28T12:02:05.3440000Z</dcterms:created>
  <dcterms:modified xsi:type="dcterms:W3CDTF">2026-10-28T12:02:05.3440000Z</dcterms:modified>
</coreProperties>
</file>